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3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E3B4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0058400" y="292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CoverageLedger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Nonstop Health — Senior Data Engineer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CoverageLedger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transmission, reconciliation &amp; LLM-RAG analytics for a TPA book of business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Nonstop Health — Senior Data Engineer  ·  Christian Kouadio Kouassi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X12 834  ·  MongoDB  ·  AWS Lambda  ·  S3  ·  Chroma RAG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role asks for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28930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2344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X12 834 enrollment transactions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120640" y="12344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DC HBX companion-guide spec: segment layout and 021/024 maintenance codes, not invented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213055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7568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ledger, exactly-once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0" y="207568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ledger with a unique natural-key index; retry-after-success is a verified no-op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16936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normalization (EIN / group code / member ID)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916936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resolves enrollment events against either identifier, not a single assumed key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58184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 orchestration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758184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Lambda handler uploading generated 834 files to S3, verified against moto-mocked S3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65429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5994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PMPM/PEPM rollups, census, regulatory outputs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4599432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Claims-derived member-months denominator; corrected mid-build from a headcount mistake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549554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440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LLM-RAG grounded in a governed semantic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544068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index over the real spec and a single versioned field/business-rule layer</a:t>
            </a:r>
            <a:endParaRPr lang="en-US" sz="1200" dirty="0"/>
          </a:p>
        </p:txBody>
      </p:sp>
      <p:sp>
        <p:nvSpPr>
          <p:cNvPr id="21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spec anchor, disclosed-synthetic estate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Real: DC HBX 834 Companion Guide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public carrier enrollment spec, not invented.
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· GS · ST · BGN · N1 · INS · REF · DTP · SE · GE · IEA
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codes (INS03):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021 = Addition
024 = Cancellation / Termination
</a:t>
            </a:r>
            <a:pPr algn="l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and reverse-parser round-trip member IDs, maintenance codes, and effective dates — 4/4 tests passing.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Disclosed-synthetic: TPA document estate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37960" y="2624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employer-group clients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052560" y="2624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3796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events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52560" y="32461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1,674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52560" y="381304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37960" y="4343400"/>
            <a:ext cx="4754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into a pymongo-API-compatible store (mongomock) — the real mongod binary is unreachable from this sandbox, so the constraint is disclosed, not hidden (see data/bronze/SOURCE.md). One client's enrollment loader is seeded with a real-world identifier bug on purpose — the source of Incident 2.</a:t>
            </a:r>
            <a:endParaRPr lang="en-US" sz="1200" dirty="0"/>
          </a:p>
        </p:txBody>
      </p:sp>
      <p:sp>
        <p:nvSpPr>
          <p:cNvPr id="17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1 — a retry after success re-sends a termination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SFTP timeout fires after the ledger write already landed. The caller retries from the top.
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behavior.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transmit_naive() has no memory of what already succeeded — a retry re-sends and re-logs every termination.
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natural-key index on (member_id, event_type, effective_date) plus an already-sent check — a retry after success is a verified no-op.
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carrier receiving a duplicate 834 termination can reject the whole batch file or silently double-process it — a real audit/compliance finding waiting to happen.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25880"/>
            <a:ext cx="5212080" cy="33467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4800600"/>
            <a:ext cx="5212080" cy="1417320"/>
          </a:xfrm>
          <a:prstGeom prst="roundRect">
            <a:avLst>
              <a:gd name="adj" fmla="val 3871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29400" y="49377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bc50295 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reproduced: ledger doubles after retry
</a:t>
            </a:r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B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b17620f  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retry after success is a no-op, 2/2 tests passing</a:t>
            </a:r>
            <a:endParaRPr lang="en-US" sz="1000" dirty="0"/>
          </a:p>
        </p:txBody>
      </p:sp>
      <p:sp>
        <p:nvSpPr>
          <p:cNvPr id="7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2 — an identifier mismatch silently zeroes a census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loader wrote one client's EIN into the group_code field instead of its real group code.
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behavior.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 group_code join reports zero enrolled members for that client — while its claims-derived PMPM still looks fine, masking the problem on the one report that would normally catch it.
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enrollment events against EITHER group_code OR ein, built from an explicit identifier map — not a single assumed foreign key.
</a:t>
            </a:r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impact.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client-facing census report showing zero enrolled members for a paying client erodes trust fast — exactly the reconciliation-mindset failure this role exists to catch.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0" y="118872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buggy["enrolled"]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0" y="1737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buggy["paid"]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0" y="1737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675120" y="26060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paying, utilizing client — reported as zero members.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0" y="374904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393192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B68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4d5303d 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reproduced: census zeroed, test confirms bug
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B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88681f2  </a:t>
            </a:r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resolves by group_code OR ein, 8/8 tests passing
</a:t>
            </a:r>
            <a:pPr algn="l"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client's figures are unchanged by the fix — proven by a dedicated test, not assumed.</a:t>
            </a:r>
            <a:endParaRPr lang="en-US" sz="10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PMPM reconciliation — caught before it shipped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035040" cy="339242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234440"/>
            <a:ext cx="4754880" cy="2331720"/>
          </a:xfrm>
          <a:prstGeom prst="roundRect">
            <a:avLst>
              <a:gd name="adj" fmla="val 3137"/>
            </a:avLst>
          </a:prstGeom>
          <a:solidFill>
            <a:srgbClr val="FDEDE5"/>
          </a:solidFill>
          <a:ln w="12700">
            <a:solidFill>
              <a:srgbClr val="FDED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86600" y="1417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 (wrong)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086600" y="17373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$4,700 – $5,381 / month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086600" y="23317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PMPM computed as paid ÷ one-time enrollment headcount — not a member-month denominator, and far above a realistic health-plan PMPM.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58000" y="3794760"/>
            <a:ext cx="4754880" cy="2423160"/>
          </a:xfrm>
          <a:prstGeom prst="roundRect">
            <a:avLst>
              <a:gd name="adj" fmla="val 3019"/>
            </a:avLst>
          </a:prstGeom>
          <a:solidFill>
            <a:srgbClr val="E4F7EF"/>
          </a:solidFill>
          <a:ln w="12700">
            <a:solidFill>
              <a:srgbClr val="E4F7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086600" y="3977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086600" y="42976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$777 – $858 / month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086600" y="4892040"/>
            <a:ext cx="42976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Re-derived from claims-based member-months — realistic, and still independent of the Incident 2 identifier bug (which lives in census, not PMPM).</a:t>
            </a:r>
            <a:endParaRPr lang="en-US" sz="1100" dirty="0"/>
          </a:p>
        </p:txBody>
      </p:sp>
      <p:sp>
        <p:nvSpPr>
          <p:cNvPr id="12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semantic layer, grounding both report and RAG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semantic_layer.py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definitions, business rules, join keys — a single versioned source of truth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43484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reconcile_pmpm.py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63440" y="1874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semantic layer's join-key rules directly — no second copy of the identifier logic to drift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32104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EAF3F2"/>
          </a:solidFill>
          <a:ln w="12700">
            <a:solidFill>
              <a:srgbClr val="EAF3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rag_index.py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49640" y="187452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the same semantic layer + the real X12 834 spec, so LLM answers can't contradict the governed schema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0881360" cy="2697480"/>
          </a:xfrm>
          <a:prstGeom prst="roundRect">
            <a:avLst>
              <a:gd name="adj" fmla="val 2712"/>
            </a:avLst>
          </a:prstGeom>
          <a:solidFill>
            <a:srgbClr val="0E3B4E"/>
          </a:solidFill>
          <a:ln w="12700">
            <a:solidFill>
              <a:srgbClr val="0E3B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9476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Q&amp;A, not guesswork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25196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does maintenance code 024 mean?”  →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the real X12 834 spec notes, not model prior knowledge
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the join key between clients and enrollment_events?”  →  </a:t>
            </a:r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semantic_layer.py's own business rules
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huggingface.co is blocked in this sandbox, so retrieval runs on a local TF-IDF + TruncatedSVD embedding function — a disclosed stand-in for a hosted embedding model (Bedrock Titan / OpenAI) in production, behind the same Chroma interface. 2/2 grounding tests passing.</a:t>
            </a:r>
            <a:endParaRPr lang="en-US" sz="1250" dirty="0"/>
          </a:p>
        </p:txBody>
      </p:sp>
      <p:sp>
        <p:nvSpPr>
          <p:cNvPr id="15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64592"/>
            <a:ext cx="9601200" cy="594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3F2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spec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estate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14600" y="18288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70632" y="18288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3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70632" y="182880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36592" y="18288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92624" y="18288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3F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92624" y="182880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Reconciler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index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58584" y="18288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14616" y="18288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3F2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4616" y="182880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(moto)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80576" y="182880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436608" y="182880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EAF3F2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36608" y="182880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4290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4290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mongomock (pymongo-API-compatible) — no reachable mongod in this sandbox; application code is unchanged against a real cluster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43434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Lambda handler, verified against moto-mocked S3; EventBridge/Step Functions documented as the production scheduling layer around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25780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52578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Tableau/QuickSight are the JD's stated tools and are unreachable here; charts render from the same underlying MongoDB queries instead</a:t>
            </a:r>
            <a:endParaRPr lang="en-US" sz="1200" dirty="0"/>
          </a:p>
        </p:txBody>
      </p:sp>
      <p:sp>
        <p:nvSpPr>
          <p:cNvPr id="23" name="Text 2"/>
          <p:cNvSpPr/>
          <p:nvPr>
            <p:ph idx="103" type="body" hasCustomPrompt="1"/>
          </p:nvPr>
        </p:nvSpPr>
        <p:spPr>
          <a:xfrm>
            <a:off x="548640" y="1143000"/>
            <a:ext cx="11064240" cy="5349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 tests passing. Two incidents, reproduced and fixed with genuine git history.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251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X12 834 spec  ·  idempotent transmission  ·  identifier-normalized reconciliation  ·  governed semantic layer  ·  grounded RAG  ·  AI-assisted build, human-verified throughout (see AI_DEV_LOG.md)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verageLedger">
  <a:themeElements>
    <a:clrScheme name="CoverageLedger">
      <a:dk1>
        <a:srgbClr val="0B1B2B"/>
      </a:dk1>
      <a:lt1>
        <a:srgbClr val="FFFFFF"/>
      </a:lt1>
      <a:dk2>
        <a:srgbClr val="0E3B4E"/>
      </a:dk2>
      <a:lt2>
        <a:srgbClr val="EAF3F2"/>
      </a:lt2>
      <a:accent1>
        <a:srgbClr val="028090"/>
      </a:accent1>
      <a:accent2>
        <a:srgbClr val="02C39A"/>
      </a:accent2>
      <a:accent3>
        <a:srgbClr val="EB6834"/>
      </a:accent3>
      <a:accent4>
        <a:srgbClr val="2A78D6"/>
      </a:accent4>
      <a:accent5>
        <a:srgbClr val="52514E"/>
      </a:accent5>
      <a:accent6>
        <a:srgbClr val="1BAF7A"/>
      </a:accent6>
      <a:hlink>
        <a:srgbClr val="028090"/>
      </a:hlink>
      <a:folHlink>
        <a:srgbClr val="02C39A"/>
      </a:folHlink>
    </a:clrScheme>
    <a:fontScheme name="CoverageLedge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2026-10-02T17:18:00Z</dcterms:created>
  <dcterms:modified xsi:type="dcterms:W3CDTF">2026-10-02T17:18:00Z</dcterms:modified>
</cp:coreProperties>
</file>